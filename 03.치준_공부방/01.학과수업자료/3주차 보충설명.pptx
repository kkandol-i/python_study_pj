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2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1E466-5811-4461-9C99-9EDC3366E295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8241-FAFE-4742-A315-080D74DC90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5754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1E466-5811-4461-9C99-9EDC3366E295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8241-FAFE-4742-A315-080D74DC90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513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1E466-5811-4461-9C99-9EDC3366E295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8241-FAFE-4742-A315-080D74DC90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140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1E466-5811-4461-9C99-9EDC3366E295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8241-FAFE-4742-A315-080D74DC90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078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1E466-5811-4461-9C99-9EDC3366E295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8241-FAFE-4742-A315-080D74DC90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14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1E466-5811-4461-9C99-9EDC3366E295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8241-FAFE-4742-A315-080D74DC90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952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1E466-5811-4461-9C99-9EDC3366E295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8241-FAFE-4742-A315-080D74DC90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404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1E466-5811-4461-9C99-9EDC3366E295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8241-FAFE-4742-A315-080D74DC90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044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1E466-5811-4461-9C99-9EDC3366E295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8241-FAFE-4742-A315-080D74DC90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511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1E466-5811-4461-9C99-9EDC3366E295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8241-FAFE-4742-A315-080D74DC90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630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1E466-5811-4461-9C99-9EDC3366E295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8241-FAFE-4742-A315-080D74DC90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033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1E466-5811-4461-9C99-9EDC3366E295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28241-FAFE-4742-A315-080D74DC90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35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 smtClean="0"/>
              <a:t>보충설명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155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조건문</a:t>
            </a:r>
            <a:r>
              <a:rPr lang="ko-KR" altLang="en-US" dirty="0" smtClean="0"/>
              <a:t> 구조 비교 요약</a:t>
            </a:r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786416"/>
              </p:ext>
            </p:extLst>
          </p:nvPr>
        </p:nvGraphicFramePr>
        <p:xfrm>
          <a:off x="838200" y="2258854"/>
          <a:ext cx="10515600" cy="3484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415323">
                  <a:extLst>
                    <a:ext uri="{9D8B030D-6E8A-4147-A177-3AD203B41FA5}">
                      <a16:colId xmlns:a16="http://schemas.microsoft.com/office/drawing/2014/main" val="2456255584"/>
                    </a:ext>
                  </a:extLst>
                </a:gridCol>
                <a:gridCol w="3415323">
                  <a:extLst>
                    <a:ext uri="{9D8B030D-6E8A-4147-A177-3AD203B41FA5}">
                      <a16:colId xmlns:a16="http://schemas.microsoft.com/office/drawing/2014/main" val="934752796"/>
                    </a:ext>
                  </a:extLst>
                </a:gridCol>
                <a:gridCol w="3684954">
                  <a:extLst>
                    <a:ext uri="{9D8B030D-6E8A-4147-A177-3AD203B41FA5}">
                      <a16:colId xmlns:a16="http://schemas.microsoft.com/office/drawing/2014/main" val="3747013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dirty="0">
                          <a:effectLst/>
                        </a:rPr>
                        <a:t>구문</a:t>
                      </a:r>
                      <a:endParaRPr lang="ko-KR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dirty="0">
                          <a:effectLst/>
                        </a:rPr>
                        <a:t>핵심 논리</a:t>
                      </a:r>
                      <a:endParaRPr lang="ko-KR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dirty="0">
                          <a:effectLst/>
                        </a:rPr>
                        <a:t>특징</a:t>
                      </a:r>
                      <a:endParaRPr lang="ko-KR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1661293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</a:rPr>
                        <a:t>if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>
                          <a:effectLst/>
                        </a:rPr>
                        <a:t>단일 조건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>
                          <a:effectLst/>
                        </a:rPr>
                        <a:t>조건이 맞을 때만 실행 </a:t>
                      </a:r>
                      <a:r>
                        <a:rPr lang="en-US" altLang="ko-KR">
                          <a:effectLst/>
                        </a:rPr>
                        <a:t>(</a:t>
                      </a:r>
                      <a:r>
                        <a:rPr lang="ko-KR" altLang="en-US">
                          <a:effectLst/>
                        </a:rPr>
                        <a:t>아니면 그냥 통과</a:t>
                      </a:r>
                      <a:r>
                        <a:rPr lang="en-US" altLang="ko-KR">
                          <a:effectLst/>
                        </a:rPr>
                        <a:t>)</a:t>
                      </a:r>
                      <a:endParaRPr lang="en-US" altLang="ko-KR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3721192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</a:rPr>
                        <a:t>if-else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>
                          <a:effectLst/>
                        </a:rPr>
                        <a:t>양자택일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>
                          <a:effectLst/>
                        </a:rPr>
                        <a:t>참일 때와 거짓일 때 실행할 코드가 각각 있음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3083788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effectLst/>
                        </a:rPr>
                        <a:t>if-elif-else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>
                          <a:effectLst/>
                        </a:rPr>
                        <a:t>다중 선택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>
                          <a:effectLst/>
                        </a:rPr>
                        <a:t>여러 조건 중 만족하는 딱 하나만 실행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850155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ko-KR" altLang="en-US">
                          <a:effectLst/>
                        </a:rPr>
                        <a:t>중첩 </a:t>
                      </a:r>
                      <a:r>
                        <a:rPr lang="en-US">
                          <a:effectLst/>
                        </a:rPr>
                        <a:t>if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>
                          <a:effectLst/>
                        </a:rPr>
                        <a:t>단계별 검사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dirty="0">
                          <a:effectLst/>
                        </a:rPr>
                        <a:t>첫 번째 조건을 통과해야만 두 번째 조건을 검사</a:t>
                      </a:r>
                      <a:endParaRPr lang="ko-KR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78083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3920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if</a:t>
            </a:r>
            <a:r>
              <a:rPr lang="ko-KR" altLang="en-US" dirty="0" smtClean="0"/>
              <a:t>문 </a:t>
            </a:r>
            <a:r>
              <a:rPr lang="en-US" altLang="ko-KR" dirty="0" smtClean="0"/>
              <a:t>(</a:t>
            </a:r>
            <a:r>
              <a:rPr lang="ko-KR" altLang="en-US" dirty="0" smtClean="0"/>
              <a:t>단일 조건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49" y="1690688"/>
            <a:ext cx="10658377" cy="440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83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if-else </a:t>
            </a:r>
            <a:r>
              <a:rPr lang="ko-KR" altLang="en-US" dirty="0" smtClean="0"/>
              <a:t>문 </a:t>
            </a:r>
            <a:r>
              <a:rPr lang="en-US" altLang="ko-KR" dirty="0" smtClean="0"/>
              <a:t>(</a:t>
            </a:r>
            <a:r>
              <a:rPr lang="ko-KR" altLang="en-US" dirty="0" smtClean="0"/>
              <a:t>양자택일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894" y="1972443"/>
            <a:ext cx="9852211" cy="433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419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if-</a:t>
            </a:r>
            <a:r>
              <a:rPr lang="en-US" altLang="ko-KR" dirty="0" err="1" smtClean="0"/>
              <a:t>elif</a:t>
            </a:r>
            <a:r>
              <a:rPr lang="en-US" altLang="ko-KR" dirty="0" smtClean="0"/>
              <a:t>-else </a:t>
            </a:r>
            <a:r>
              <a:rPr lang="ko-KR" altLang="en-US" dirty="0" smtClean="0"/>
              <a:t>문 </a:t>
            </a:r>
            <a:r>
              <a:rPr lang="en-US" altLang="ko-KR" dirty="0" smtClean="0"/>
              <a:t>(</a:t>
            </a:r>
            <a:r>
              <a:rPr lang="ko-KR" altLang="en-US" dirty="0" smtClean="0"/>
              <a:t>다중 선택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100" y="1690688"/>
            <a:ext cx="10137100" cy="487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168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중첩 </a:t>
            </a:r>
            <a:r>
              <a:rPr lang="en-US" altLang="ko-KR" dirty="0" smtClean="0"/>
              <a:t>if </a:t>
            </a:r>
            <a:r>
              <a:rPr lang="ko-KR" altLang="en-US" dirty="0" smtClean="0"/>
              <a:t>문 </a:t>
            </a:r>
            <a:r>
              <a:rPr lang="en-US" altLang="ko-KR" dirty="0" smtClean="0"/>
              <a:t>(</a:t>
            </a:r>
            <a:r>
              <a:rPr lang="ko-KR" altLang="en-US" dirty="0" smtClean="0"/>
              <a:t>단계별 상세 검사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8285"/>
            <a:ext cx="10633364" cy="48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204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78</Words>
  <Application>Microsoft Office PowerPoint</Application>
  <PresentationFormat>와이드스크린</PresentationFormat>
  <Paragraphs>21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Google Sans Text</vt:lpstr>
      <vt:lpstr>맑은 고딕</vt:lpstr>
      <vt:lpstr>Arial</vt:lpstr>
      <vt:lpstr>Office 테마</vt:lpstr>
      <vt:lpstr>보충설명</vt:lpstr>
      <vt:lpstr>조건문 구조 비교 요약</vt:lpstr>
      <vt:lpstr>if문 (단일 조건)</vt:lpstr>
      <vt:lpstr>if-else 문 (양자택일)</vt:lpstr>
      <vt:lpstr>if-elif-else 문 (다중 선택)</vt:lpstr>
      <vt:lpstr>중첩 if 문 (단계별 상세 검사)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보충설명</dc:title>
  <dc:creator>user</dc:creator>
  <cp:lastModifiedBy>user</cp:lastModifiedBy>
  <cp:revision>2</cp:revision>
  <dcterms:created xsi:type="dcterms:W3CDTF">2026-03-22T08:33:57Z</dcterms:created>
  <dcterms:modified xsi:type="dcterms:W3CDTF">2026-03-22T08:37:01Z</dcterms:modified>
</cp:coreProperties>
</file>